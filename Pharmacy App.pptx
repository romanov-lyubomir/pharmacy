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1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0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21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9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8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0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5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94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31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6537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2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03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8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40147-151E-463A-BB03-AC52C2F4682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7884E7-948A-4492-BC16-FBC371DB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4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3455-E2C6-89DA-08A8-601733F61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968421"/>
          </a:xfrm>
        </p:spPr>
        <p:txBody>
          <a:bodyPr/>
          <a:lstStyle/>
          <a:p>
            <a:pPr algn="ctr"/>
            <a:r>
              <a:rPr lang="it-IT" dirty="0" err="1"/>
              <a:t>Pharmacy</a:t>
            </a:r>
            <a:r>
              <a:rPr lang="it-IT" dirty="0"/>
              <a:t> App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D9B6D-6B85-6790-C5AA-7760F5711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699" y="5407684"/>
            <a:ext cx="7766936" cy="1096899"/>
          </a:xfrm>
        </p:spPr>
        <p:txBody>
          <a:bodyPr/>
          <a:lstStyle/>
          <a:p>
            <a:pPr algn="l"/>
            <a:r>
              <a:rPr lang="it-IT" dirty="0"/>
              <a:t>Made by: Lyubomir Romanov 201224019</a:t>
            </a:r>
          </a:p>
          <a:p>
            <a:pPr algn="l"/>
            <a:r>
              <a:rPr lang="it-IT" dirty="0"/>
              <a:t>              Georgi </a:t>
            </a:r>
            <a:r>
              <a:rPr lang="it-IT" dirty="0" err="1"/>
              <a:t>Gyurov</a:t>
            </a:r>
            <a:r>
              <a:rPr lang="it-IT" dirty="0"/>
              <a:t> 201224018</a:t>
            </a:r>
            <a:endParaRPr lang="en-US" dirty="0"/>
          </a:p>
        </p:txBody>
      </p:sp>
      <p:pic>
        <p:nvPicPr>
          <p:cNvPr id="1028" name="Picture 4" descr="Човешкият фактор и иновативните технологии">
            <a:extLst>
              <a:ext uri="{FF2B5EF4-FFF2-40B4-BE49-F238E27FC236}">
                <a16:creationId xmlns:a16="http://schemas.microsoft.com/office/drawing/2014/main" id="{10D1609C-5D82-3A2C-0219-3389D40F3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538" y="4980250"/>
            <a:ext cx="1275462" cy="152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ТУ - София, , &quot;Е-Студент&quot;">
            <a:extLst>
              <a:ext uri="{FF2B5EF4-FFF2-40B4-BE49-F238E27FC236}">
                <a16:creationId xmlns:a16="http://schemas.microsoft.com/office/drawing/2014/main" id="{AD310525-D30B-E69E-FC10-A353CE8D3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489" y="4995106"/>
            <a:ext cx="1537656" cy="153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09F06E-64D2-E155-0C54-7633F31DE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13" y="1357887"/>
            <a:ext cx="7370449" cy="345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37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DEEE-FAD8-2613-FC3F-B400E6515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830337"/>
          </a:xfrm>
        </p:spPr>
        <p:txBody>
          <a:bodyPr/>
          <a:lstStyle/>
          <a:p>
            <a:pPr algn="ctr"/>
            <a:r>
              <a:rPr lang="it-IT" dirty="0" err="1"/>
              <a:t>Our</a:t>
            </a:r>
            <a:r>
              <a:rPr lang="it-IT" dirty="0"/>
              <a:t> team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C200F-48EF-1812-2DC9-D942CFDFD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3908" y="5746900"/>
            <a:ext cx="1993227" cy="778255"/>
          </a:xfrm>
        </p:spPr>
        <p:txBody>
          <a:bodyPr/>
          <a:lstStyle/>
          <a:p>
            <a:pPr algn="ctr"/>
            <a:r>
              <a:rPr lang="it-IT" dirty="0"/>
              <a:t>Georgi </a:t>
            </a:r>
            <a:r>
              <a:rPr lang="it-IT" dirty="0" err="1"/>
              <a:t>Gyurov</a:t>
            </a:r>
            <a:endParaRPr lang="it-IT" dirty="0"/>
          </a:p>
          <a:p>
            <a:pPr algn="ctr"/>
            <a:r>
              <a:rPr lang="it-IT" dirty="0"/>
              <a:t>201224018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26156C-7E8C-6678-23CD-A51958469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534" y="1215017"/>
            <a:ext cx="3975511" cy="4043122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93C22B57-A89D-1EE9-EB0C-C24F4848FC1D}"/>
              </a:ext>
            </a:extLst>
          </p:cNvPr>
          <p:cNvSpPr txBox="1">
            <a:spLocks/>
          </p:cNvSpPr>
          <p:nvPr/>
        </p:nvSpPr>
        <p:spPr>
          <a:xfrm>
            <a:off x="6433554" y="5746900"/>
            <a:ext cx="1993227" cy="7782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Lyubomir Romanov</a:t>
            </a:r>
          </a:p>
          <a:p>
            <a:pPr algn="ctr"/>
            <a:r>
              <a:rPr lang="it-IT" dirty="0"/>
              <a:t>201224019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BEEABF-E8BE-9058-B5BA-F598A023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02" y="1215017"/>
            <a:ext cx="4027046" cy="404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1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EFE4-9FB1-D80E-285C-2E4FF7E5D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919260"/>
          </a:xfrm>
        </p:spPr>
        <p:txBody>
          <a:bodyPr/>
          <a:lstStyle/>
          <a:p>
            <a:pPr algn="l"/>
            <a:r>
              <a:rPr lang="en-US" dirty="0"/>
              <a:t>1. 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7ECB5-B096-0D2B-9DC2-8DD005CAE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305" y="3657600"/>
            <a:ext cx="7766936" cy="281748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The project is a </a:t>
            </a:r>
            <a:r>
              <a:rPr lang="en-US" b="1" dirty="0"/>
              <a:t>mobile pharmacy application</a:t>
            </a:r>
            <a:r>
              <a:rPr lang="en-US" dirty="0"/>
              <a:t> that allows users to browse medicines, view availability, manage their cart, place orders, and access personal settings. The goal is to create a clean, intuitive user experience supported by a solid backend architecture and database.</a:t>
            </a:r>
          </a:p>
          <a:p>
            <a:pPr algn="l"/>
            <a:r>
              <a:rPr lang="en-US" dirty="0"/>
              <a:t>The system includes:</a:t>
            </a:r>
          </a:p>
          <a:p>
            <a:pPr algn="l"/>
            <a:r>
              <a:rPr lang="en-US" dirty="0"/>
              <a:t>A user authentication module</a:t>
            </a:r>
          </a:p>
          <a:p>
            <a:pPr algn="l"/>
            <a:r>
              <a:rPr lang="en-US" dirty="0"/>
              <a:t>A medicine catalog</a:t>
            </a:r>
          </a:p>
          <a:p>
            <a:pPr algn="l"/>
            <a:r>
              <a:rPr lang="en-US" dirty="0"/>
              <a:t>Cart and order management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13815-F2AB-254E-CB37-CFC638465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05" y="1219200"/>
            <a:ext cx="5159205" cy="24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1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4910-8DEE-AE50-DA1B-51ED8B1A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F825-7C37-B188-E115-D95EAF1C2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958589"/>
          </a:xfrm>
        </p:spPr>
        <p:txBody>
          <a:bodyPr/>
          <a:lstStyle/>
          <a:p>
            <a:pPr algn="l"/>
            <a:r>
              <a:rPr lang="en-US" dirty="0"/>
              <a:t>2. Development Stages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8BEFB-9C5E-3424-4390-3CCA22DBA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305" y="1130710"/>
            <a:ext cx="7766936" cy="534437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/>
              <a:t>Stage 1 — Planning &amp; Requirements</a:t>
            </a:r>
          </a:p>
          <a:p>
            <a:pPr algn="l"/>
            <a:r>
              <a:rPr lang="en-US"/>
              <a:t>Defined the main features: browsing products, adding to cart, viewing availability, creating orders, and managing accounts.</a:t>
            </a:r>
          </a:p>
          <a:p>
            <a:pPr algn="l"/>
            <a:r>
              <a:rPr lang="en-US"/>
              <a:t>Identified user roles: </a:t>
            </a:r>
            <a:r>
              <a:rPr lang="en-US" b="1"/>
              <a:t>customer, admin/pharmacist</a:t>
            </a:r>
            <a:r>
              <a:rPr lang="en-US"/>
              <a:t>.</a:t>
            </a:r>
          </a:p>
          <a:p>
            <a:pPr algn="l"/>
            <a:r>
              <a:rPr lang="en-US"/>
              <a:t>Designed the basic structure of the mobile app (navigation bar, product list, cart page, account page).</a:t>
            </a:r>
          </a:p>
          <a:p>
            <a:pPr algn="l"/>
            <a:r>
              <a:rPr lang="en-US" b="1"/>
              <a:t>Stage 2 — UI/UX Design</a:t>
            </a:r>
          </a:p>
          <a:p>
            <a:pPr algn="l"/>
            <a:r>
              <a:rPr lang="en-US"/>
              <a:t>Created wireframes for:</a:t>
            </a:r>
          </a:p>
          <a:p>
            <a:pPr lvl="1" algn="l"/>
            <a:r>
              <a:rPr lang="en-US"/>
              <a:t>Home/Product List</a:t>
            </a:r>
          </a:p>
          <a:p>
            <a:pPr lvl="1" algn="l"/>
            <a:r>
              <a:rPr lang="en-US"/>
              <a:t>Login Page</a:t>
            </a:r>
          </a:p>
          <a:p>
            <a:pPr lvl="1" algn="l"/>
            <a:r>
              <a:rPr lang="en-US"/>
              <a:t>Cart Page</a:t>
            </a:r>
          </a:p>
          <a:p>
            <a:pPr lvl="1" algn="l"/>
            <a:r>
              <a:rPr lang="en-US"/>
              <a:t>Account/Settings Page</a:t>
            </a:r>
          </a:p>
          <a:p>
            <a:pPr algn="l"/>
            <a:r>
              <a:rPr lang="en-US"/>
              <a:t>Designed consistent bottom navigation with icons:</a:t>
            </a:r>
          </a:p>
          <a:p>
            <a:pPr lvl="1" algn="l"/>
            <a:r>
              <a:rPr lang="en-US"/>
              <a:t>Home</a:t>
            </a:r>
          </a:p>
          <a:p>
            <a:pPr lvl="1" algn="l"/>
            <a:r>
              <a:rPr lang="en-US"/>
              <a:t>Profile</a:t>
            </a:r>
          </a:p>
          <a:p>
            <a:pPr lvl="1" algn="l"/>
            <a:r>
              <a:rPr lang="en-US"/>
              <a:t>Delivery</a:t>
            </a:r>
          </a:p>
          <a:p>
            <a:pPr lvl="1" algn="l"/>
            <a:r>
              <a:rPr lang="en-US"/>
              <a:t>Settings</a:t>
            </a:r>
          </a:p>
          <a:p>
            <a:endParaRPr lang="en-US" dirty="0"/>
          </a:p>
        </p:txBody>
      </p:sp>
      <p:pic>
        <p:nvPicPr>
          <p:cNvPr id="2050" name="Picture 2" descr="The UX Design Process: Actionable 10 Step Guide &amp; Expert Tips">
            <a:extLst>
              <a:ext uri="{FF2B5EF4-FFF2-40B4-BE49-F238E27FC236}">
                <a16:creationId xmlns:a16="http://schemas.microsoft.com/office/drawing/2014/main" id="{DB59795F-C809-202E-E971-6F30D5807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011" y="2924069"/>
            <a:ext cx="4479945" cy="257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47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3775-E8F5-7BDE-A8E2-9C92A8A6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F67B63-E6DB-96C8-CF93-B1E3FAD4E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8912" y="993059"/>
            <a:ext cx="4136649" cy="290597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Stage 3 — Database Design</a:t>
            </a:r>
          </a:p>
          <a:p>
            <a:pPr algn="l"/>
            <a:r>
              <a:rPr lang="en-US" dirty="0"/>
              <a:t>Created an initial database to store:</a:t>
            </a:r>
          </a:p>
          <a:p>
            <a:pPr lvl="1" algn="l"/>
            <a:r>
              <a:rPr lang="en-US" dirty="0"/>
              <a:t>Users</a:t>
            </a:r>
          </a:p>
          <a:p>
            <a:pPr lvl="1" algn="l"/>
            <a:r>
              <a:rPr lang="en-US" dirty="0"/>
              <a:t>Medicines</a:t>
            </a:r>
          </a:p>
          <a:p>
            <a:pPr lvl="1" algn="l"/>
            <a:r>
              <a:rPr lang="en-US" dirty="0"/>
              <a:t>Inventory</a:t>
            </a:r>
          </a:p>
          <a:p>
            <a:pPr lvl="1" algn="l"/>
            <a:r>
              <a:rPr lang="en-US" dirty="0"/>
              <a:t>Cart items</a:t>
            </a:r>
          </a:p>
          <a:p>
            <a:pPr lvl="1" algn="l"/>
            <a:r>
              <a:rPr lang="en-US" dirty="0"/>
              <a:t>Orders</a:t>
            </a:r>
          </a:p>
          <a:p>
            <a:endParaRPr lang="en-US" dirty="0"/>
          </a:p>
        </p:txBody>
      </p:sp>
      <p:pic>
        <p:nvPicPr>
          <p:cNvPr id="4098" name="Picture 2" descr="Database Design - Knowledge 4 Business">
            <a:extLst>
              <a:ext uri="{FF2B5EF4-FFF2-40B4-BE49-F238E27FC236}">
                <a16:creationId xmlns:a16="http://schemas.microsoft.com/office/drawing/2014/main" id="{D3998DFC-661A-6FC3-938B-6511CC95C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696" y="110874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79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F0B186-92F1-4491-F149-9110C8F32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584" y="452284"/>
            <a:ext cx="7766936" cy="591901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Stage 4 — Backend Logic</a:t>
            </a:r>
          </a:p>
          <a:p>
            <a:pPr algn="l"/>
            <a:r>
              <a:rPr lang="en-US" dirty="0"/>
              <a:t>Implemented user authentication (login, password validation).</a:t>
            </a:r>
          </a:p>
          <a:p>
            <a:pPr algn="l"/>
            <a:r>
              <a:rPr lang="en-US" dirty="0"/>
              <a:t>Implemented product retrieval &amp; search.</a:t>
            </a:r>
          </a:p>
          <a:p>
            <a:pPr algn="l"/>
            <a:r>
              <a:rPr lang="en-US" dirty="0"/>
              <a:t>Implemented cart system:</a:t>
            </a:r>
          </a:p>
          <a:p>
            <a:pPr lvl="1" algn="l"/>
            <a:r>
              <a:rPr lang="en-US" dirty="0"/>
              <a:t>Add/Remove items</a:t>
            </a:r>
          </a:p>
          <a:p>
            <a:pPr lvl="1" algn="l"/>
            <a:r>
              <a:rPr lang="en-US" dirty="0"/>
              <a:t>Quantity update</a:t>
            </a:r>
          </a:p>
          <a:p>
            <a:pPr algn="l"/>
            <a:r>
              <a:rPr lang="en-US" dirty="0"/>
              <a:t>Implemented order creation and total calculation.</a:t>
            </a:r>
          </a:p>
          <a:p>
            <a:pPr algn="l"/>
            <a:r>
              <a:rPr lang="en-US" b="1" dirty="0"/>
              <a:t>Stage 5 — Frontend Development</a:t>
            </a:r>
          </a:p>
          <a:p>
            <a:pPr algn="l"/>
            <a:r>
              <a:rPr lang="en-US" dirty="0"/>
              <a:t>Built screens according to the UI design.</a:t>
            </a:r>
          </a:p>
          <a:p>
            <a:pPr algn="l"/>
            <a:r>
              <a:rPr lang="en-US" dirty="0"/>
              <a:t>Integrated backend logic with the user interface.</a:t>
            </a:r>
          </a:p>
          <a:p>
            <a:pPr algn="l"/>
            <a:r>
              <a:rPr lang="en-US" dirty="0"/>
              <a:t>Ensured responsive behavior across mobile layouts.</a:t>
            </a:r>
          </a:p>
          <a:p>
            <a:pPr algn="l"/>
            <a:r>
              <a:rPr lang="en-US" b="1" dirty="0"/>
              <a:t>Stage 6 — Testing</a:t>
            </a:r>
          </a:p>
          <a:p>
            <a:pPr algn="l"/>
            <a:r>
              <a:rPr lang="en-US" dirty="0"/>
              <a:t>Tested user login flow.</a:t>
            </a:r>
          </a:p>
          <a:p>
            <a:pPr algn="l"/>
            <a:r>
              <a:rPr lang="en-US" dirty="0"/>
              <a:t>Tested adding products to cart.</a:t>
            </a:r>
          </a:p>
          <a:p>
            <a:pPr algn="l"/>
            <a:r>
              <a:rPr lang="en-US" dirty="0"/>
              <a:t>Validated calculation of totals.</a:t>
            </a:r>
          </a:p>
          <a:p>
            <a:pPr algn="l"/>
            <a:r>
              <a:rPr lang="en-US" dirty="0"/>
              <a:t>Checked database relations and data consistency.</a:t>
            </a:r>
          </a:p>
          <a:p>
            <a:pPr algn="l"/>
            <a:r>
              <a:rPr lang="en-US" b="1" dirty="0"/>
              <a:t>Stage 7 — Final Review &amp; Presentation</a:t>
            </a:r>
          </a:p>
          <a:p>
            <a:pPr algn="l"/>
            <a:r>
              <a:rPr lang="en-US" dirty="0"/>
              <a:t>Prepared documentation.</a:t>
            </a:r>
          </a:p>
          <a:p>
            <a:pPr algn="l"/>
            <a:r>
              <a:rPr lang="en-US" dirty="0"/>
              <a:t>Finalized UI screens.</a:t>
            </a:r>
          </a:p>
          <a:p>
            <a:pPr algn="l"/>
            <a:r>
              <a:rPr lang="en-US" dirty="0"/>
              <a:t>Organized responsibilities and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390961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5C70-8BB1-C4B8-5ABC-55112A4A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920772"/>
          </a:xfrm>
        </p:spPr>
        <p:txBody>
          <a:bodyPr/>
          <a:lstStyle/>
          <a:p>
            <a:pPr algn="l"/>
            <a:r>
              <a:rPr lang="it-IT" dirty="0"/>
              <a:t>3. Database UML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FEC51-D1F9-35A1-3390-E4CE50FE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8" y="984738"/>
            <a:ext cx="8675388" cy="573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8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3672-5313-D146-C8F5-83B4FC42B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4. Task Distribution Between Team Members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BCA8B-8528-5798-A682-E2EF23FDC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41" y="1906914"/>
            <a:ext cx="4942894" cy="46512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 err="1"/>
              <a:t>Lyubo’s</a:t>
            </a:r>
            <a:r>
              <a:rPr lang="en-US" b="1" dirty="0"/>
              <a:t> Responsibilities</a:t>
            </a:r>
          </a:p>
          <a:p>
            <a:pPr algn="l"/>
            <a:r>
              <a:rPr lang="en-US" b="1" dirty="0"/>
              <a:t>Database architecture</a:t>
            </a:r>
            <a:endParaRPr lang="en-US" dirty="0"/>
          </a:p>
          <a:p>
            <a:pPr lvl="1" algn="l"/>
            <a:r>
              <a:rPr lang="en-US" dirty="0"/>
              <a:t>Designing tables, relations, and structure</a:t>
            </a:r>
          </a:p>
          <a:p>
            <a:pPr lvl="1" algn="l"/>
            <a:r>
              <a:rPr lang="en-US" dirty="0"/>
              <a:t>Ensuring normalization and integrity</a:t>
            </a:r>
          </a:p>
          <a:p>
            <a:pPr algn="l"/>
            <a:r>
              <a:rPr lang="en-US" b="1" dirty="0"/>
              <a:t>Implementation of main backend functionality</a:t>
            </a:r>
            <a:endParaRPr lang="en-US" dirty="0"/>
          </a:p>
          <a:p>
            <a:pPr lvl="1" algn="l"/>
            <a:r>
              <a:rPr lang="en-US" dirty="0"/>
              <a:t>User authentication</a:t>
            </a:r>
          </a:p>
          <a:p>
            <a:pPr lvl="1" algn="l"/>
            <a:r>
              <a:rPr lang="en-US" dirty="0"/>
              <a:t>Product fetching &amp; search</a:t>
            </a:r>
          </a:p>
          <a:p>
            <a:pPr lvl="1" algn="l"/>
            <a:r>
              <a:rPr lang="en-US" dirty="0"/>
              <a:t>Cart functionality (add, remove, update)</a:t>
            </a:r>
          </a:p>
          <a:p>
            <a:pPr algn="l"/>
            <a:r>
              <a:rPr lang="en-US" b="1" dirty="0"/>
              <a:t>UI implementation for:</a:t>
            </a:r>
            <a:endParaRPr lang="en-US" dirty="0"/>
          </a:p>
          <a:p>
            <a:pPr lvl="1" algn="l"/>
            <a:r>
              <a:rPr lang="en-US" dirty="0"/>
              <a:t>Home/Product list</a:t>
            </a:r>
          </a:p>
          <a:p>
            <a:pPr lvl="1" algn="l"/>
            <a:r>
              <a:rPr lang="en-US" dirty="0"/>
              <a:t>Login screen</a:t>
            </a:r>
          </a:p>
          <a:p>
            <a:pPr lvl="1" algn="l"/>
            <a:r>
              <a:rPr lang="en-US" dirty="0"/>
              <a:t>Cart page</a:t>
            </a:r>
          </a:p>
          <a:p>
            <a:pPr algn="l"/>
            <a:r>
              <a:rPr lang="en-US" b="1" dirty="0"/>
              <a:t>Testing database logic and backend flow</a:t>
            </a:r>
            <a:endParaRPr lang="en-US" dirty="0"/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EB7D85-ABFB-9217-D069-D75A064AAEE1}"/>
              </a:ext>
            </a:extLst>
          </p:cNvPr>
          <p:cNvSpPr txBox="1">
            <a:spLocks/>
          </p:cNvSpPr>
          <p:nvPr/>
        </p:nvSpPr>
        <p:spPr>
          <a:xfrm>
            <a:off x="5390535" y="1906914"/>
            <a:ext cx="4942894" cy="465120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Georgi’s Responsibilities</a:t>
            </a:r>
          </a:p>
          <a:p>
            <a:pPr algn="l"/>
            <a:r>
              <a:rPr lang="en-US" b="1" dirty="0"/>
              <a:t>UI/UX design</a:t>
            </a:r>
            <a:endParaRPr lang="en-US" dirty="0"/>
          </a:p>
          <a:p>
            <a:pPr lvl="1" algn="l"/>
            <a:r>
              <a:rPr lang="en-US" dirty="0"/>
              <a:t>Creating mobile app screens</a:t>
            </a:r>
          </a:p>
          <a:p>
            <a:pPr lvl="1" algn="l"/>
            <a:r>
              <a:rPr lang="en-US" dirty="0"/>
              <a:t>Style, icons, navigation bar, spacing</a:t>
            </a:r>
          </a:p>
          <a:p>
            <a:pPr algn="l"/>
            <a:r>
              <a:rPr lang="en-US" b="1" dirty="0"/>
              <a:t>Frontend implementation</a:t>
            </a:r>
            <a:endParaRPr lang="en-US" dirty="0"/>
          </a:p>
          <a:p>
            <a:pPr lvl="1" algn="l"/>
            <a:r>
              <a:rPr lang="en-US" dirty="0"/>
              <a:t>Building the Settings page</a:t>
            </a:r>
          </a:p>
          <a:p>
            <a:pPr lvl="1" algn="l"/>
            <a:r>
              <a:rPr lang="en-US" dirty="0"/>
              <a:t>Building the Account page</a:t>
            </a:r>
          </a:p>
          <a:p>
            <a:pPr lvl="1" algn="l"/>
            <a:r>
              <a:rPr lang="en-US" dirty="0"/>
              <a:t>Integrating API calls into the UI</a:t>
            </a:r>
          </a:p>
          <a:p>
            <a:pPr algn="l"/>
            <a:r>
              <a:rPr lang="en-US" b="1" dirty="0"/>
              <a:t>Order processing flow</a:t>
            </a:r>
            <a:endParaRPr lang="en-US" dirty="0"/>
          </a:p>
          <a:p>
            <a:pPr lvl="1" algn="l"/>
            <a:r>
              <a:rPr lang="en-US" dirty="0"/>
              <a:t>Handling the "Send" button</a:t>
            </a:r>
          </a:p>
          <a:p>
            <a:pPr lvl="1" algn="l"/>
            <a:r>
              <a:rPr lang="en-US" dirty="0"/>
              <a:t>Displaying total order value</a:t>
            </a:r>
          </a:p>
          <a:p>
            <a:pPr lvl="1" algn="l"/>
            <a:r>
              <a:rPr lang="en-US" dirty="0"/>
              <a:t>Visual adjustments, animations, consistency checks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5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58FB-875C-A8B5-D04C-4B594469B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890627"/>
          </a:xfrm>
        </p:spPr>
        <p:txBody>
          <a:bodyPr/>
          <a:lstStyle/>
          <a:p>
            <a:pPr algn="l"/>
            <a:r>
              <a:rPr lang="it-IT" dirty="0"/>
              <a:t>5. </a:t>
            </a:r>
            <a:r>
              <a:rPr lang="it-IT" dirty="0" err="1"/>
              <a:t>Conclusion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0D443-9646-FE5B-CF5A-8C83D5F7D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139030"/>
            <a:ext cx="7766936" cy="206040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pharmacy mobile application demonstrates a complete workflow from browsing products to placing an order. The system is supported by a clean database design, efficient backend logic, and intuitive user interface. The division of responsibilities ensured an organized workflow and smooth development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78F39-45D7-6E9F-07F2-F0AE3EE5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95" y="3017636"/>
            <a:ext cx="8070079" cy="368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2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51B0-F6CC-BD1E-E9A5-1D3A376EA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3966"/>
            <a:ext cx="7766936" cy="1646302"/>
          </a:xfrm>
        </p:spPr>
        <p:txBody>
          <a:bodyPr/>
          <a:lstStyle/>
          <a:p>
            <a:pPr algn="ctr"/>
            <a:r>
              <a:rPr lang="en-US" noProof="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4293762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488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Pharmacy App</vt:lpstr>
      <vt:lpstr>Our team</vt:lpstr>
      <vt:lpstr>1. Project Overview</vt:lpstr>
      <vt:lpstr>2. Development Stages</vt:lpstr>
      <vt:lpstr>PowerPoint Presentation</vt:lpstr>
      <vt:lpstr>PowerPoint Presentation</vt:lpstr>
      <vt:lpstr>3. Database UML</vt:lpstr>
      <vt:lpstr>4. Task Distribution Between Team Members</vt:lpstr>
      <vt:lpstr>5. 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Lyubomir Romanov</dc:creator>
  <cp:lastModifiedBy>Lyubomir Romanov</cp:lastModifiedBy>
  <cp:revision>2</cp:revision>
  <dcterms:created xsi:type="dcterms:W3CDTF">2025-11-13T09:02:53Z</dcterms:created>
  <dcterms:modified xsi:type="dcterms:W3CDTF">2025-11-13T09:34:54Z</dcterms:modified>
</cp:coreProperties>
</file>